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a2a6a78364bde" /><Relationship Type="http://schemas.openxmlformats.org/officeDocument/2006/relationships/extended-properties" Target="/docProps/app.xml" Id="R3bd74ab33fab4887" /><Relationship Type="http://schemas.openxmlformats.org/officeDocument/2006/relationships/officeDocument" Target="/ppt/presentation.xml" Id="R16f9784027f9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c4936a2494ffe"/>
  </p:sldMasterIdLst>
  <p:notesMasterIdLst>
    <p:notesMasterId xmlns:r="http://schemas.openxmlformats.org/officeDocument/2006/relationships" r:id="R370f7b2b2d09434c"/>
  </p:notesMasterIdLst>
  <p:sldIdLst>
    <p:sldId xmlns:r="http://schemas.openxmlformats.org/officeDocument/2006/relationships" id="256" r:id="Re91bc3eaf42a4cb2"/>
    <p:sldId xmlns:r="http://schemas.openxmlformats.org/officeDocument/2006/relationships" id="257" r:id="Rbac39a7d43094fd6"/>
    <p:sldId xmlns:r="http://schemas.openxmlformats.org/officeDocument/2006/relationships" id="258" r:id="Re1452459b4b34cb4"/>
    <p:sldId xmlns:r="http://schemas.openxmlformats.org/officeDocument/2006/relationships" id="259" r:id="R92285868369345c9"/>
    <p:sldId xmlns:r="http://schemas.openxmlformats.org/officeDocument/2006/relationships" id="260" r:id="Rc9b62dc7f8f94d33"/>
    <p:sldId xmlns:r="http://schemas.openxmlformats.org/officeDocument/2006/relationships" id="261" r:id="Rbcad1bf689904f2d"/>
    <p:sldId xmlns:r="http://schemas.openxmlformats.org/officeDocument/2006/relationships" id="262" r:id="Rb04f47e3be8240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31a9d7f7d34452" /><Relationship Type="http://schemas.openxmlformats.org/officeDocument/2006/relationships/slideMaster" Target="/ppt/slideMasters/slideMaster1.xml" Id="R429c4936a2494ffe" /><Relationship Type="http://schemas.openxmlformats.org/officeDocument/2006/relationships/notesMaster" Target="/ppt/notesMasters/notesMaster1.xml" Id="R370f7b2b2d09434c" /><Relationship Type="http://schemas.openxmlformats.org/officeDocument/2006/relationships/presProps" Target="/ppt/presProps.xml" Id="R94f414337b4b47e1" /><Relationship Type="http://schemas.openxmlformats.org/officeDocument/2006/relationships/tableStyles" Target="/ppt/tableStyles.xml" Id="Rf62d6a0577824294" /><Relationship Type="http://schemas.openxmlformats.org/officeDocument/2006/relationships/slide" Target="/ppt/slides/slide1.xml" Id="Re91bc3eaf42a4cb2" /><Relationship Type="http://schemas.openxmlformats.org/officeDocument/2006/relationships/slide" Target="/ppt/slides/slide2.xml" Id="Rbac39a7d43094fd6" /><Relationship Type="http://schemas.openxmlformats.org/officeDocument/2006/relationships/slide" Target="/ppt/slides/slide3.xml" Id="Re1452459b4b34cb4" /><Relationship Type="http://schemas.openxmlformats.org/officeDocument/2006/relationships/slide" Target="/ppt/slides/slide4.xml" Id="R92285868369345c9" /><Relationship Type="http://schemas.openxmlformats.org/officeDocument/2006/relationships/slide" Target="/ppt/slides/slide5.xml" Id="Rc9b62dc7f8f94d33" /><Relationship Type="http://schemas.openxmlformats.org/officeDocument/2006/relationships/slide" Target="/ppt/slides/slide6.xml" Id="Rbcad1bf689904f2d" /><Relationship Type="http://schemas.openxmlformats.org/officeDocument/2006/relationships/slide" Target="/ppt/slides/slide7.xml" Id="Rb04f47e3be8240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2d3b9bee5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e2551a3153420b" /><Relationship Type="http://schemas.openxmlformats.org/officeDocument/2006/relationships/notesMaster" Target="/ppt/notesMasters/notesMaster1.xml" Id="R957e32317c9f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5b37cdb4b84be9" /><Relationship Type="http://schemas.openxmlformats.org/officeDocument/2006/relationships/notesMaster" Target="/ppt/notesMasters/notesMaster1.xml" Id="R8b3d5cfc4b0c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aa98b550d4088" /><Relationship Type="http://schemas.openxmlformats.org/officeDocument/2006/relationships/notesMaster" Target="/ppt/notesMasters/notesMaster1.xml" Id="Rd86c9e3ca32145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491c3d9f29458e" /><Relationship Type="http://schemas.openxmlformats.org/officeDocument/2006/relationships/notesMaster" Target="/ppt/notesMasters/notesMaster1.xml" Id="R1985697d13ec48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bb37da29a64420" /><Relationship Type="http://schemas.openxmlformats.org/officeDocument/2006/relationships/notesMaster" Target="/ppt/notesMasters/notesMaster1.xml" Id="R716ac425a6ea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e622d179a44646" /><Relationship Type="http://schemas.openxmlformats.org/officeDocument/2006/relationships/notesMaster" Target="/ppt/notesMasters/notesMaster1.xml" Id="R109597e31efe4f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4b18f0faf04d7f" /><Relationship Type="http://schemas.openxmlformats.org/officeDocument/2006/relationships/notesMaster" Target="/ppt/notesMasters/notesMaster1.xml" Id="Rad033f3533ca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ffb77c01045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b8e3b671c4c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5bcf0ac7043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c041a19234e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64163410142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18b90d6a8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DB29B1-3C9F-482A-B38A-ACC963238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AE34A5-B147-4E9F-973F-8590B8454E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62F494-4F59-48A3-9C7E-1C387B060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29FE12-2589-4BA4-96F7-49810E360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038367-12EC-417D-8E72-77F3BB7B2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462C4D-572F-41E6-B83F-9188BA8FF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50B6FD-37E3-4F45-9A90-3276138766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676800-61EF-46F7-BFB6-DBA0538753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B95B07-6E8E-4F31-9063-9C3CA7E03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7A74B2-3216-434A-90E6-35D7D45F7F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15de10d354761" /><Relationship Type="http://schemas.openxmlformats.org/officeDocument/2006/relationships/slideLayout" Target="/ppt/slideLayouts/slideLayout1.xml" Id="Rc2cef5377831480d" /><Relationship Type="http://schemas.openxmlformats.org/officeDocument/2006/relationships/slideLayout" Target="/ppt/slideLayouts/slideLayout2.xml" Id="R113ea389701e4784" /><Relationship Type="http://schemas.openxmlformats.org/officeDocument/2006/relationships/slideLayout" Target="/ppt/slideLayouts/slideLayout3.xml" Id="Racd4a56a34fa4835" /><Relationship Type="http://schemas.openxmlformats.org/officeDocument/2006/relationships/slideLayout" Target="/ppt/slideLayouts/slideLayout4.xml" Id="R8db61ea5bcc24866" /><Relationship Type="http://schemas.openxmlformats.org/officeDocument/2006/relationships/slideLayout" Target="/ppt/slideLayouts/slideLayout5.xml" Id="R1181f433f3de44cf" /><Relationship Type="http://schemas.openxmlformats.org/officeDocument/2006/relationships/slideLayout" Target="/ppt/slideLayouts/slideLayout6.xml" Id="R85aa11e7680845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cef5377831480d"/>
    <p:sldLayoutId xmlns:r="http://schemas.openxmlformats.org/officeDocument/2006/relationships" id="2147483650" r:id="R113ea389701e4784"/>
    <p:sldLayoutId xmlns:r="http://schemas.openxmlformats.org/officeDocument/2006/relationships" id="2147483651" r:id="Racd4a56a34fa4835"/>
    <p:sldLayoutId xmlns:r="http://schemas.openxmlformats.org/officeDocument/2006/relationships" id="2147483652" r:id="R8db61ea5bcc24866"/>
    <p:sldLayoutId xmlns:r="http://schemas.openxmlformats.org/officeDocument/2006/relationships" id="2147483653" r:id="R1181f433f3de44cf"/>
    <p:sldLayoutId xmlns:r="http://schemas.openxmlformats.org/officeDocument/2006/relationships" id="2147483654" r:id="R85aa11e7680845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1e2b571444bf1" /><Relationship Type="http://schemas.openxmlformats.org/officeDocument/2006/relationships/notesSlide" Target="/ppt/notesSlides/notesSlide1.xml" Id="Rde6c8d4e7734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cb2d2fd164e52" /><Relationship Type="http://schemas.openxmlformats.org/officeDocument/2006/relationships/notesSlide" Target="/ppt/notesSlides/notesSlide2.xml" Id="Ra5de31f95c4e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f91568199482e" /><Relationship Type="http://schemas.openxmlformats.org/officeDocument/2006/relationships/notesSlide" Target="/ppt/notesSlides/notesSlide3.xml" Id="Rb426c28d336e44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4d837d5154319" /><Relationship Type="http://schemas.openxmlformats.org/officeDocument/2006/relationships/notesSlide" Target="/ppt/notesSlides/notesSlide4.xml" Id="R2a5ee0c7beb74d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cd4632f1b4067" /><Relationship Type="http://schemas.openxmlformats.org/officeDocument/2006/relationships/notesSlide" Target="/ppt/notesSlides/notesSlide5.xml" Id="R06d6e60f7f94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cba1193da4c26" /><Relationship Type="http://schemas.openxmlformats.org/officeDocument/2006/relationships/notesSlide" Target="/ppt/notesSlides/notesSlide6.xml" Id="R6b697f7b7d16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b5ff81e2643b2" /><Relationship Type="http://schemas.openxmlformats.org/officeDocument/2006/relationships/notesSlide" Target="/ppt/notesSlides/notesSlide7.xml" Id="R300253f4fa3642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83462-42A7-4CF5-8F81-D65FE8E2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4BECB-4DDD-4E1B-9A38-8AFA02C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HACKATHON PITCH  ·  PROBLEM STATEMENT #5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9DB2F-CF4B-4ADC-B76F-EBE7AF3E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95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E2659-7E6A-4AE0-82C2-DC0D2DDB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638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0">
                <a:solidFill>
                  <a:srgbClr val="E1EE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E1EEE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E1EEE5"/>
                </a:solidFill>
                <a:latin typeface="Arial"/>
                <a:ea typeface="Arial"/>
                <a:cs typeface="Arial"/>
              </a:rPr>
              <a:t>Department inventory,</a:t>
            </a:r>
          </a:p>
          <a:p xmlns:a="http://schemas.openxmlformats.org/drawingml/2006/main">
            <a:pPr algn="l">
              <a:defRPr sz="2775" b="0">
                <a:solidFill>
                  <a:srgbClr val="E1EEE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E1EEE5"/>
                </a:solidFill>
                <a:latin typeface="Arial"/>
                <a:ea typeface="Arial"/>
                <a:cs typeface="Arial"/>
              </a:rPr>
              <a:t>with every issue accountable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7D623-3370-462E-AA06-DF3C1D36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D7CB"/>
                </a:solidFill>
                <a:latin typeface="Arial"/>
                <a:ea typeface="Arial"/>
                <a:cs typeface="Arial"/>
              </a:rPr>
              <a:t>A role-based system for reusable lab equipment, student requests, returns and renewals.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41E79-04A5-4421-A416-341187CD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3000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503B"/>
          </a:solidFill>
          <a:ln xmlns:a="http://schemas.openxmlformats.org/drawingml/2006/main" w="9525">
            <a:solidFill>
              <a:srgbClr val="4672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C6870-DF92-4993-9FF0-6BA8FA0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638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77441-0743-427B-90CD-0D328476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638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B7545-75FF-4104-9DC7-D3611C61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90212-276B-4746-A64A-C8875FE9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14650"/>
            <a:ext cx="3000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503B"/>
          </a:solidFill>
          <a:ln xmlns:a="http://schemas.openxmlformats.org/drawingml/2006/main" w="9525">
            <a:solidFill>
              <a:srgbClr val="4672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18088-3EC5-4673-A085-EA98F50D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638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COORDINATOR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67DD2-AC18-45A1-813F-162D98F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2638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&amp; 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3CCB2-840C-435C-851B-78B17702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76675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2D8C4-20F2-486B-8D16-4834B4AD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24350"/>
            <a:ext cx="3000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503B"/>
          </a:solidFill>
          <a:ln xmlns:a="http://schemas.openxmlformats.org/drawingml/2006/main" w="9525">
            <a:solidFill>
              <a:srgbClr val="4672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76820-5F3D-41C3-BA8F-6002D187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638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STOCK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8FC94-CB88-4186-99F1-C4432B8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638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 / 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8E2D2-5F8B-4A10-BCB7-7DD764B6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76925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15-day issue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A5912-BE00-4805-8A06-49BD36A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FC7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AFC7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7B7"/>
                </a:solidFill>
                <a:latin typeface="Arial"/>
                <a:ea typeface="Arial"/>
                <a:cs typeface="Arial"/>
              </a:rPr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888714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4323A-6525-4D20-9527-EF08340C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D77AA-FC92-4B05-BDDF-96B5DD48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Shared lab equipment needs a clear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27FF-7C3C-427D-95D4-6545744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6B3CF-760D-42DB-8549-524AA87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Department Inventory &amp; Student Issue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D0E01-0036-49F6-8F96-4640970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80E75-85A5-432A-A0DE-0C3865B8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15"/>
          </a:bodyPr>
          <a:lstStyle xmlns:a="http://schemas.openxmlformats.org/drawingml/2006/main">
            <a:defPPr algn="l">
              <a:defRPr sz="2325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D2D"/>
                </a:solidFill>
                <a:latin typeface="Arial"/>
                <a:ea typeface="Arial"/>
                <a:cs typeface="Arial"/>
              </a:rPr>
              <a:t>A lab item moves through many hands.</a:t>
            </a:r>
          </a:p>
          <a:p xmlns:a="http://schemas.openxmlformats.org/drawingml/2006/main">
            <a:pPr algn="l">
              <a:defRPr sz="2325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D2D"/>
                </a:solidFill>
                <a:latin typeface="Arial"/>
                <a:ea typeface="Arial"/>
                <a:cs typeface="Arial"/>
              </a:rPr>
              <a:t>Paper notes and memory leave gaps.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66C12-81A4-4341-AFD8-A3EAAE1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When a device or cable goes missing, staff need quick answers: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A0801-4331-4D92-9411-C9876837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A5CA5-D00B-496A-A789-CFEAD6B4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DDC32-2169-4B2A-8B14-8C99427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Who has 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4EBEC-6AB2-423A-B5F2-4B045CB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Student identity, course and item details in one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11E2D-FCC0-4184-A5E2-41F12E7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7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2BD02-88DC-4B75-8CC9-DB2F6E47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67C68-17AE-4F9F-AF6B-1D98430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95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When is it due?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02FE6-6C5E-4997-9236-7574C7DA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387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A clear 15-day deadline with upcoming and overdue lists.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59589-F1E2-4F80-91EC-AE6BB39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66725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2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8FC66-9FB7-4390-8B65-3E6CD4B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TODAY’S TRACKING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7A001-0B13-4E6B-A7A9-A9472DF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812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Unclear stock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78C0A-28E8-4FDC-B095-81C22248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813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CB"/>
                </a:solidFill>
                <a:latin typeface="Arial"/>
                <a:ea typeface="Arial"/>
                <a:cs typeface="Arial"/>
              </a:rPr>
              <a:t>Requests can exceed what is actually available.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19EB0-C9C9-4FE7-9E1E-A8052E16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3924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8E101-D6F4-42D4-9400-583D3CFE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147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 returns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9A68E-870B-4A75-8280-2D3131B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148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CB"/>
                </a:solidFill>
                <a:latin typeface="Arial"/>
                <a:ea typeface="Arial"/>
                <a:cs typeface="Arial"/>
              </a:rPr>
              <a:t>No timely flag means follow-up starts late.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DCEF9-72A5-49BF-A49C-FED4560C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The coordinator needs one trustworthy view of stock and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76627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34BDE-FF2A-482C-A008-4FAF24A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0CD68-2ECB-4D5A-85D0-57FB6AA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One workflow connects request to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2784-17A7-47F0-B517-8F933AE9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CFCD8-55A1-4313-941D-4E373682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Department Inventory &amp; Student Issue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BC2EF-49A1-478B-A86E-52D83DEE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31BE6-FBB0-458C-BE96-877C850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Student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48811-2929-4B49-9B19-DB47B77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Item + quantity</a:t>
            </a:r>
          </a:p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Purpose + 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B1A65-11E8-4A35-92CC-AC69FFB2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B3770-BDCB-4220-BDBC-92D9016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C7F2A-B9CF-4689-B017-4C98ADB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430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Coordinator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B9DCF-1F20-4923-8197-E94099F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Student registration</a:t>
            </a:r>
          </a:p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Available usable stock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175A2-A337-4C73-9AAE-4EC6B32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97A65-F4E9-409B-B46D-1E462DD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29D8A-BDDB-492E-B4B5-D94E295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430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Issue and 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E0CFD-7D85-4D24-BF7D-EEFFB9DE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Issue date + due date</a:t>
            </a:r>
          </a:p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Asset ID or quantity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FD3D3-16F7-4B56-9209-3FE012EA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99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F41BF-E6FA-4E59-AF55-5C63D41A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E6F7C-59A5-4E4E-BBAD-E04D17E6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43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Close the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836B3-A381-448A-88FF-7F6DBB4B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38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Return condition</a:t>
            </a:r>
          </a:p>
          <a:p xmlns:a="http://schemas.openxmlformats.org/drawingml/2006/main">
            <a:pPr algn="l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or approved renewal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50A1B-F344-40DF-B89A-FFD0CC02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9925"/>
            <a:ext cx="1866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A910A-8A8F-4DD1-B36A-EFF0AC9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337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AF59C-0F41-45B6-AD3F-15C2785E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480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EF826-0769-4AA7-B35B-C3C8087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48025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DFB9E-34E6-4451-99E2-7A2386A6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480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02ED2-87C4-4B2A-A41F-DC059E62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07442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DE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53445-24CD-4329-B9C7-42F5A989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D2D"/>
                </a:solidFill>
                <a:latin typeface="Arial"/>
                <a:ea typeface="Arial"/>
                <a:cs typeface="Arial"/>
              </a:rPr>
              <a:t>Every transaction keeps its date and responsible user.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535DF-453E-4920-AF5F-712D5C6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The coordinator sees requests, active issues, renewals and returns in one workspace.</a:t>
            </a:r>
          </a:p>
        </p:txBody>
      </p:sp>
    </p:spTree>
    <p:extLst>
      <p:ext uri="{BB962C8B-B14F-4D97-AF65-F5344CB8AC3E}">
        <p14:creationId xmlns:p14="http://schemas.microsoft.com/office/powerpoint/2010/main" val="914847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DA064-5D8D-4AF3-889D-64A5B4B0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4C62B-FFD2-4A57-A13C-95191AB6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Two role-based views, one shared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77CF0-5234-4D58-94FD-0813A77E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87492-CD70-43EC-9A12-07BE728C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Department Inventory &amp; Student Issue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A8DDB-9573-4840-B26D-F3C4F36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AA289-306F-48EE-BAF7-B4B4A3B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STUDENT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1C537-902D-4287-85A7-6E6DB3CA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91F"/>
                </a:solidFill>
                <a:latin typeface="Arial"/>
                <a:ea typeface="Arial"/>
                <a:cs typeface="Arial"/>
              </a:rPr>
              <a:t>See personal loans and due dates. Request available stock or ask for a renewal.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F1436-F29E-49C9-9010-8CA3042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COORDINATOR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77B96-9A3A-4B70-A410-7EF308F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4762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91F"/>
                </a:solidFill>
                <a:latin typeface="Arial"/>
                <a:ea typeface="Arial"/>
                <a:cs typeface="Arial"/>
              </a:rPr>
              <a:t>Review each request with student details and live availability. Record approvals, returns and condition.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6C76B-E6BA-4153-809D-D90C2F1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4629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A6506-C90C-4887-A118-1122839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76C"/>
                </a:solidFill>
                <a:latin typeface="Arial"/>
                <a:ea typeface="Arial"/>
                <a:cs typeface="Arial"/>
              </a:rPr>
              <a:t>MY BORROWING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2430F-4387-475C-8606-90369A53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Development 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5F202-899F-4183-83D1-D9886BD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Asset DB-004   ·   Due 16 Oct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202A5-6D56-4F81-BEFD-74A3100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638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177FA-3AEC-4F9E-BF8A-5058C79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101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Request renewal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C729E-A47E-4FCE-A2D8-1456DF1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48025"/>
            <a:ext cx="49149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2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4990F-817F-4176-BA02-01B7519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38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REQUEST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D1C3A-DF81-4235-A415-AE1CD5A0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57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Rohan Mehta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84823-4E30-459F-BD1C-2DE247E3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195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5D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7CB"/>
                </a:solidFill>
                <a:latin typeface="Arial"/>
                <a:ea typeface="Arial"/>
                <a:cs typeface="Arial"/>
              </a:rPr>
              <a:t>DFIS2026-021  ·  M.Sc. DFIS  ·  Sem 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61D13-1E83-47B2-A9F1-58EE2EDD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52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 Board  ·  1 requested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1C3E5-0A37-41B9-BAB6-CD89A982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8672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Available now: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67BF5-344D-4BE7-A2BE-36AB96B0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62500"/>
            <a:ext cx="13049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C0C35-FFE2-4550-AA1B-1A6EE4B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96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1652544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3D6D4-C2CE-491F-B9C2-7C28E9F7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CONTROL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B08A3-1B1C-4416-A215-3A31DACB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The 15-day rule is built into each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19208-23AE-4D72-8BF6-15E60E73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A93EB-CD72-405A-A9D0-AD53ED97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Department Inventory &amp; Student Issue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F77DC-0133-459B-ADEA-445409A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B3A3D-DAD3-483B-B13D-D7A40F2B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776C"/>
                </a:solidFill>
                <a:latin typeface="Arial"/>
                <a:ea typeface="Arial"/>
                <a:cs typeface="Arial"/>
              </a:rPr>
              <a:t>Issue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ADA8D-1BB1-4FF7-A45C-F4D55C22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143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2D"/>
                </a:solidFill>
                <a:latin typeface="Arial"/>
                <a:ea typeface="Arial"/>
                <a:cs typeface="Arial"/>
              </a:rPr>
              <a:t>1 OCT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CD5DC-E393-4FE7-8F3F-76BF426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62250"/>
            <a:ext cx="598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85DE1-4B56-46F9-844B-B1885A33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52450" cy="6477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0D89D-C25F-4AB4-90F0-727F2CB1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0C4B8-51FC-455E-9E25-C461786B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552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FBA04-3BF1-42C5-A087-20ADFFAC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776C"/>
                </a:solidFill>
                <a:latin typeface="Arial"/>
                <a:ea typeface="Arial"/>
                <a:cs typeface="Arial"/>
              </a:rPr>
              <a:t>Due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2FEA5-F287-4FF8-8084-4CD213A1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05075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2D"/>
                </a:solidFill>
                <a:latin typeface="Arial"/>
                <a:ea typeface="Arial"/>
                <a:cs typeface="Arial"/>
              </a:rPr>
              <a:t>16 OCT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E14BC-0398-4963-B5A7-DDFB7E0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Renewal request alone does not move the deadline.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21757-0AB2-4CDB-A06B-9AC4DDE4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Coordinator approval adds 15 days from the current due date.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DBBF9-78F4-4C75-9DB7-6A7A9AF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958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7BAFD-AF79-42FA-A433-1A468C4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Tracked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99148-C7AB-475F-B1CC-15EEB15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One student at a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4F623-3C64-4B72-85E2-7908826B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720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Partial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131C2-449F-4D21-8D19-2121E10E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76850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Outstanding quantity stays open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6C7D3-14BF-4407-BAFE-9E1E630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720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795D"/>
                </a:solidFill>
                <a:latin typeface="Arial"/>
                <a:ea typeface="Arial"/>
                <a:cs typeface="Arial"/>
              </a:rPr>
              <a:t>Damaged / lost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11388-44A4-4557-91D7-C1898BA9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7685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Unavailable until cleared</a:t>
            </a:r>
          </a:p>
        </p:txBody>
      </p:sp>
    </p:spTree>
    <p:extLst>
      <p:ext uri="{BB962C8B-B14F-4D97-AF65-F5344CB8AC3E}">
        <p14:creationId xmlns:p14="http://schemas.microsoft.com/office/powerpoint/2010/main" val="732627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ED066-D5FC-42B2-95A5-81734D7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REMINDERS &amp;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8EB2B-4DED-4050-8C75-A993E466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Overdue follow-up starts with the right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9E3D9-5D4E-4C9F-9921-E792638B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94E2F-CB0B-4098-B21A-E9561A14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Department Inventory &amp; Student Issue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4D63E-1A1E-4407-BFF1-4705E136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4CD1C-CD58-4D35-B144-30EA982C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26732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4D83E-2B24-4D9A-A792-E62CD6F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8795D"/>
                </a:solidFill>
                <a:latin typeface="Arial"/>
                <a:ea typeface="Arial"/>
                <a:cs typeface="Arial"/>
              </a:rPr>
              <a:t>OVERDUE BORROWER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BF1B6-C1DA-4169-955F-F66662F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Meera Nair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1CB7-9B0C-4DA3-B8B0-F42DD626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BCA2025-108   ·   Semester III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65AC3-348A-4731-8532-0477644B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02B3F-0255-413F-9B1C-D63D635A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USB-C Adapter   ·   Qty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0320C-53DF-45C9-B070-890DCAA7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795D"/>
                </a:solidFill>
                <a:latin typeface="Arial"/>
                <a:ea typeface="Arial"/>
                <a:cs typeface="Arial"/>
              </a:rPr>
              <a:t>Due 05 Oct 2026   ·   8 days overdue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70A8F-A57C-430E-AA86-E586E09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43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76C"/>
                </a:solidFill>
                <a:latin typeface="Arial"/>
                <a:ea typeface="Arial"/>
                <a:cs typeface="Arial"/>
              </a:rPr>
              <a:t>Coordinator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BA6E5-131A-425E-87BA-62B8FEB1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1952625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97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41E81-A99F-46E1-8B1D-5EC52878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33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student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3FB19-08C4-4060-8FC2-B794B1D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76800"/>
            <a:ext cx="19431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DE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48FB4-C827-406F-B086-31299CB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933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Draft email reminder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C3B1E-9337-4411-8E02-59C299E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62150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91F"/>
                </a:solidFill>
                <a:latin typeface="Arial"/>
                <a:ea typeface="Arial"/>
                <a:cs typeface="Arial"/>
              </a:rPr>
              <a:t>A coordinator can open the borrower record from an overdue row, review contact and outstanding items, then draft a prefilled reminder.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4A99E-5FC1-4667-B428-B17F276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528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What the system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A7EC3-0469-47D6-BB77-52D8425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71925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Student name and enrolment</a:t>
            </a:r>
          </a:p>
          <a:p xmlns:a="http://schemas.openxmlformats.org/drawingml/2006/main">
            <a:pPr algn="l">
              <a:defRPr sz="15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Item, quantity and due date</a:t>
            </a:r>
          </a:p>
          <a:p xmlns:a="http://schemas.openxmlformats.org/drawingml/2006/main">
            <a:pPr algn="l">
              <a:defRPr sz="1575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Overdue days and contact details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8BE62-9474-4082-B3FC-C951FF26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6735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795D"/>
                </a:solidFill>
                <a:latin typeface="Arial"/>
                <a:ea typeface="Arial"/>
                <a:cs typeface="Arial"/>
              </a:rPr>
              <a:t>Production email delivery needs an email provider and backend.</a:t>
            </a:r>
          </a:p>
        </p:txBody>
      </p:sp>
    </p:spTree>
    <p:extLst>
      <p:ext uri="{BB962C8B-B14F-4D97-AF65-F5344CB8AC3E}">
        <p14:creationId xmlns:p14="http://schemas.microsoft.com/office/powerpoint/2010/main" val="1718657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EF971-655E-495B-9BE0-CFCE5029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PILOT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49DF7-D303-4EAF-98FB-38530E5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A small pilot can prove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9BCE1-A0F9-4131-844F-9334C15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DF19-3C39-46CD-A953-8037B65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Department Inventory &amp; Student Issue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02649-4554-4399-9A4D-5D404056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0FAEA-F0FD-4B67-9922-27212416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D2D"/>
                </a:solidFill>
                <a:latin typeface="Arial"/>
                <a:ea typeface="Arial"/>
                <a:cs typeface="Arial"/>
              </a:rPr>
              <a:t>Start with one department and one coordinator.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76F7A-A697-4CC8-81F5-12CA1C3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23F36-FAC1-48A4-94A1-11C00FA1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248A9-0048-48D2-876C-BF681252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000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Add item catalog, asset IDs, locations, students and issue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5CB16-D3EB-4107-99FB-C079A999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812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26671-9232-4D90-AB27-DAAA729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975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5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6C018-A864-4694-AD3A-96982D08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19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Run a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36CFD-C6C9-4174-8774-EA345AC7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76625"/>
            <a:ext cx="3000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Use live requests, approvals, returns and renewal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32653-52A2-413D-8EEB-329FBDB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812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90A42-F668-48E8-A226-BF9F7EB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D879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879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FFC9E-377B-4480-8860-CEB69984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19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9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91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E0E0C-C52D-4C9E-9D0C-3D38EC5B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000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Track on-time returns, stock accuracy and coordinator follow-up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D371C-2FE9-43F8-97E2-3F9C96C8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668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2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F74B1-0554-45D2-8E73-41244C3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57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3D9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3D9AE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255C6-EDF7-4A89-A28D-35F66B7B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a department pilot and assign a coordinator to validate the rules.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FD12A-08CB-4749-99A8-39A5254A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677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6C"/>
                </a:solidFill>
                <a:latin typeface="Arial"/>
                <a:ea typeface="Arial"/>
                <a:cs typeface="Arial"/>
              </a:rPr>
              <a:t>Prototype note: current demo uses browser-local data. Shared accounts, secure permissions and automatic emails require backend services.</a:t>
            </a:r>
          </a:p>
        </p:txBody>
      </p:sp>
    </p:spTree>
    <p:extLst>
      <p:ext uri="{BB962C8B-B14F-4D97-AF65-F5344CB8AC3E}">
        <p14:creationId xmlns:p14="http://schemas.microsoft.com/office/powerpoint/2010/main" val="1760649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2026-10-13T11:18:01.7410000Z</dcterms:created>
  <dcterms:modified xsi:type="dcterms:W3CDTF">2026-10-13T11:18:01.7410000Z</dcterms:modified>
</coreProperties>
</file>